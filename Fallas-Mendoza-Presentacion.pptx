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465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64653"/>
                </a:solidFill>
                <a:latin typeface="Cambria"/>
              </a:rPr>
              <a:t>Distribución típica de reclamos ciudadanos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Reclamos</c:v>
                </c:pt>
              </c:strCache>
            </c:strRef>
          </c:tx>
          <c:spPr>
            <a:solidFill>
              <a:srgbClr val="8B263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465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Baches</c:v>
                  </c:pt>
                  <c:pt idx="1">
                    <c:v>Alumbrado</c:v>
                  </c:pt>
                  <c:pt idx="2">
                    <c:v>Basura</c:v>
                  </c:pt>
                  <c:pt idx="3">
                    <c:v>Veredas</c:v>
                  </c:pt>
                  <c:pt idx="4">
                    <c:v>Semáforos</c:v>
                  </c:pt>
                  <c:pt idx="5">
                    <c:v>Esp. verdes</c:v>
                  </c:pt>
                  <c:pt idx="6">
                    <c:v>Ruidos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24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  <c:pt idx="5">
                  <c:v>6</c:v>
                </c:pt>
                <c:pt idx="6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6465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465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0" y="4114800"/>
            <a:ext cx="3200400" cy="3200400"/>
          </a:xfrm>
          <a:prstGeom prst="ellipse">
            <a:avLst/>
          </a:prstGeom>
          <a:solidFill>
            <a:srgbClr val="E76F51">
              <a:alpha val="40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457200"/>
            <a:ext cx="1371600" cy="1371600"/>
          </a:xfrm>
          <a:prstGeom prst="ellipse">
            <a:avLst/>
          </a:prstGeom>
          <a:solidFill>
            <a:srgbClr val="F4A261">
              <a:alpha val="5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CIUDADANA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9202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Fallas Mendoza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3383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para reportar problemas de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pública, ciudadano a ciudadano.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4754880"/>
            <a:ext cx="109728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5029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Mendoza, Argentina</a:t>
            </a:r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institucional</a:t>
            </a:r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fallasmendoza.gob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bache que nadie reporta.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reclamo que se pierde.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ve fallas en calles, alumbrado, semáforos, veredas y espacios verdes todos los días. Hoy, para reportarlas debe llamar por teléfono, ir personalmente o completar formularios que rara vez tienen respuesta. La información llega tarde, incompleta y desordenada — o no llega.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66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visibilidad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532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reclamos se acumulan en canales aislados.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448056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5166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Tiempos largos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5532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demora semanas o no llega.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448056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5166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Poca participación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5532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vecino no siente que su voz cuente.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457200"/>
            <a:ext cx="3017520" cy="5943600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sin embargo,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15544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9/10</a:t>
            </a:r>
            <a:endParaRPr lang="en-US" sz="9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vecinos usan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teléfono a diario.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69680" y="4480560"/>
            <a:ext cx="4572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0" y="4663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existe. Falta la herramienta.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web app abierta,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y en el bolsillo.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Mendoza es una aplicación web ciudadana que corre en cualquier celular, tablet o computadora — sin instalar nada. El vecino saca una foto, la sube, y su reporte queda visible para todos, junto con la ubicación exacta y la categoría del problema.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Reportá con foto y GPS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43891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ubicación se valida contra la API oficial de Georef.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3931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Votá y sumate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43891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vecinos apoyan los reportes que también les afectan.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49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5394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público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5806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reporte queda visible y filtrable por departamento.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349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5394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descargar app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5806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 el navegador. Cero fricción para el usuario.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0" y="822960"/>
            <a:ext cx="2377440" cy="5029200"/>
          </a:xfrm>
          <a:prstGeom prst="roundRect">
            <a:avLst>
              <a:gd name="adj" fmla="val 9615"/>
            </a:avLst>
          </a:prstGeom>
          <a:solidFill>
            <a:srgbClr val="1A2E3A"/>
          </a:solidFill>
          <a:ln w="12700">
            <a:solidFill>
              <a:srgbClr val="1A2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1143000"/>
            <a:ext cx="2103120" cy="4389120"/>
          </a:xfrm>
          <a:prstGeom prst="roundRect">
            <a:avLst>
              <a:gd name="adj" fmla="val 4348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1143000"/>
            <a:ext cx="2103120" cy="502920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Mendoza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9720" y="18288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89720" y="1856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Nuevo reporte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9720" y="2514600"/>
            <a:ext cx="17373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8116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Godoy Cruz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2697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89720" y="3291840"/>
            <a:ext cx="17373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8116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Alumbrado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0332720" y="3474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89720" y="4069080"/>
            <a:ext cx="17373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8116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Vereda rota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281160" y="4389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Guaymallén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332720" y="4251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pasos, un minuto.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que cualquier vecino, sin conocimientos técnicos, pueda reportar en menos tiempo del que tarda una llamada telefónica.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54480" y="3502152"/>
            <a:ext cx="7498080" cy="36576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017520"/>
            <a:ext cx="1005840" cy="1005840"/>
          </a:xfrm>
          <a:prstGeom prst="ellipse">
            <a:avLst/>
          </a:prstGeom>
          <a:solidFill>
            <a:srgbClr val="E76F51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Abrí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091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Entrás al sitio desde el celular. No hay que instalar nada.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017520"/>
            <a:ext cx="1005840" cy="1005840"/>
          </a:xfrm>
          <a:prstGeom prst="ellipse">
            <a:avLst/>
          </a:prstGeom>
          <a:solidFill>
            <a:srgbClr val="E76F51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3200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Sacá la foto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47091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captura el problema y tu ubicación por GPS.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1005840" cy="1005840"/>
          </a:xfrm>
          <a:prstGeom prst="ellipse">
            <a:avLst/>
          </a:prstGeom>
          <a:solidFill>
            <a:srgbClr val="E76F51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3200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Elegí la categoría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7091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Bache, alumbrado, semáforo, vereda, espacio verde…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3017520"/>
            <a:ext cx="1005840" cy="1005840"/>
          </a:xfrm>
          <a:prstGeom prst="ellipse">
            <a:avLst/>
          </a:prstGeom>
          <a:solidFill>
            <a:srgbClr val="E76F51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0" y="3200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Enviá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47091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reporte aparece en el mapa público al instante.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6172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un reporte:  </a:t>
            </a:r>
            <a:pPr indent="0" marL="0">
              <a:buNone/>
            </a:pPr>
            <a:r>
              <a:rPr lang="en-US" sz="200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45 segundos</a:t>
            </a:r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para el ciudadano.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172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PROYECCIÓN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demanda existe.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medimos por categoría.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46888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2514600"/>
            <a:ext cx="54864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64692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reclamos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46920" y="29260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ser resueltos si llegan a tiempo y georreferenciados.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3886200"/>
            <a:ext cx="54864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3840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rápido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46920" y="4297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detección del problema vs. reclamo por teléfono.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5257800"/>
            <a:ext cx="54864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5212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646920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por ciudadano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46920" y="5669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corre en el navegador — sin instalación.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ilustrativos basados en promedios de municipios comparables en Argentina.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ESTADO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canal ordenado,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y económico.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697480"/>
            <a:ext cx="594360" cy="5943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7249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📍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724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Georreferenciación real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reporte trae GPS validado contra la API oficial Georef.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697480"/>
            <a:ext cx="594360" cy="5943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7249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724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de administración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29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por departamento, categoría y estado del reclamo.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4688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697480"/>
            <a:ext cx="594360" cy="5943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7249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🔎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724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completa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429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público de qué se reporta y cómo evoluciona.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63440"/>
            <a:ext cx="594360" cy="5943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69087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⚖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690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Ley 25.326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y Política de Privacidad ya redactados.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4348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663440"/>
            <a:ext cx="594360" cy="5943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69087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💸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690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cercano a cero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gratuito, base de datos gratuita para el piloto.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44348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4663440"/>
            <a:ext cx="594360" cy="5943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469087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📈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690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para decidir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zonas con recurrencia de problemas.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VECINO Y LA ONG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voz del barrio,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mapa que todos ven.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5394960" cy="384048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Reclamar deja de ser una odisea.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913632"/>
            <a:ext cx="137160" cy="1371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3794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— </a:t>
            </a:r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minuto desde el teléfono.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507992"/>
            <a:ext cx="137160" cy="1371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4389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— </a:t>
            </a:r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 reporte en el mapa y puede sumar apoyos.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102352"/>
            <a:ext cx="137160" cy="1371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983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Anónimo si quiere — </a:t>
            </a:r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es opcional.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696712"/>
            <a:ext cx="137160" cy="13716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577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trazabilidad — </a:t>
            </a:r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si su reclamo avanzó o no.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560320"/>
            <a:ext cx="5394960" cy="3840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ONG / ASOCIACIÓN VECINAL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para incidir con evidencia.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92240" y="3913632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3794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barrial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dónde se concentran los problemas.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4507992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4389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focalizadas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movilizar por las zonas con más recurrencia.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5102352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4983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Interlocución informada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datos a la mesa con el municipio.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5696712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5577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la respuesta pública en el tiempo.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por dentro.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Sostenible en el tiempo.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Mendoza usa herramientas estándar, ampliamente documentadas y de bajo costo. Sin dependencia de proveedores caros. Cualquier equipo técnico municipal puede tomar el mando.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+ CSS + JavaScript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frameworks. Corre en cualquier navegador moderno.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329184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(PostgreSQL)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4480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gratuito para el piloto. Escala cuando hace falta.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29184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480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Gratuito, con historial de versiones y despliegue automático.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26880" y="329184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5548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GPS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Georef (datos.gob.ar)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555480" y="4480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del Estado argentino. Sin costo.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623560"/>
            <a:ext cx="12161520" cy="1234440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760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 del piloto: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080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0 / mes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5760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estimada: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60807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USD 25 / mes por 500k usuarios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dónde vamos.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828800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funcional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14600" y="2468880"/>
            <a:ext cx="9144000" cy="100584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2606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 foto y GPS · Votos y aportes · Historial público · Panel admin · Términos y Privacidad (Ley 25.326)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84448"/>
            <a:ext cx="182880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3584448"/>
            <a:ext cx="9144000" cy="100584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372160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 de términos al primer uso · Reportes cercanos por GPS · Correcciones de validación de departamento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00016"/>
            <a:ext cx="1828800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837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57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Escalamiento piloto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14600" y="4700016"/>
            <a:ext cx="9144000" cy="100584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483717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DNI contra Padrón Electoral · Emails institucionales (contacto, denuncias, datos) · Automatización keep-alive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815584"/>
            <a:ext cx="1828800" cy="1005840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952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72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 provincial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14600" y="5815584"/>
            <a:ext cx="9144000" cy="100584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595274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más municipios · Autenticación real de administradores · Extensión a otras provincias argentinas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8B2635">
              <a:alpha val="50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5943600"/>
            <a:ext cx="3200400" cy="3200400"/>
          </a:xfrm>
          <a:prstGeom prst="ellipse">
            <a:avLst/>
          </a:prstGeom>
          <a:solidFill>
            <a:srgbClr val="E76F51">
              <a:alpha val="40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CONVERSEMOS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Traigamos Fallas Mendoza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tu municipio.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5486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0233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hacer un piloto sin costo para el municipio o para una ONG interesada, en un plazo de pocas semanas, con el equipo y la comunidad como protagonistas.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5504688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app en vivo: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manologuevara2013-png.github.io/fallasmendoza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5961888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Manolo Guevara — Mendoza, Argentina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6419088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una reunión de 30 minutos.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Mendoza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Fallas Mendoza — Presentación institucional</dc:title>
  <dc:subject>PptxGenJS Presentation</dc:subject>
  <dc:creator>PptxGenJS</dc:creator>
  <cp:lastModifiedBy>PptxGenJS</cp:lastModifiedBy>
  <cp:revision>1</cp:revision>
  <dcterms:created xsi:type="dcterms:W3CDTF">2026-09-16T14:17:54Z</dcterms:created>
  <dcterms:modified xsi:type="dcterms:W3CDTF">2026-09-16T14:17:54Z</dcterms:modified>
</cp:coreProperties>
</file>